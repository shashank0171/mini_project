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Design Phase — UML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23232"/>
                </a:solidFill>
              </a:defRPr>
            </a:pPr>
            <a:r>
              <a:t>A Smart Device for Visually Impaired Individuals to Transform Images into Speech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B.Tech CSE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INDUSTRY ORIENTED MINI PROJECT (2026-2027), DEPARTMENT OF CSE - Anurag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UML Diagram – 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24712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682" y="1218438"/>
            <a:ext cx="8106156" cy="45125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INDUSTRY ORIENTED MINI PROJECT (2026-2027), DEPARTMENT OF CSE - Anurag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UML Diagram – Class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24712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151" y="822960"/>
            <a:ext cx="5243218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INDUSTRY ORIENTED MINI PROJECT (2026-2027), DEPARTMENT OF CSE - Anurag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UML Diagram – Object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24712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Objec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898398"/>
            <a:ext cx="7808976" cy="5152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INDUSTRY ORIENTED MINI PROJECT (2026-2027), DEPARTMENT OF CSE - Anurag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UML Diagram – Sequence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24712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245" y="822960"/>
            <a:ext cx="604103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INDUSTRY ORIENTED MINI PROJECT (2026-2027), DEPARTMENT OF CSE - Anurag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UML Diagram – Communication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24712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Communic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124712"/>
            <a:ext cx="6729984" cy="4700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INDUSTRY ORIENTED MINI PROJECT (2026-2027), DEPARTMENT OF CSE - Anurag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UML Diagram – Activity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24712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Activ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299" y="822960"/>
            <a:ext cx="2460922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INDUSTRY ORIENTED MINI PROJECT (2026-2027), DEPARTMENT OF CSE - Anurag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UML Diagram – State Machine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24712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State_Mach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945" y="822960"/>
            <a:ext cx="465563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INDUSTRY ORIENTED MINI PROJECT (2026-2027), DEPARTMENT OF CSE - Anurag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UML Diagram – Component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24712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129284"/>
            <a:ext cx="9144000" cy="46908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INDUSTRY ORIENTED MINI PROJECT (2026-2027), DEPARTMENT OF CSE - Anurag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UML Diagram – Deployment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24712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140714"/>
            <a:ext cx="6560820" cy="46680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INDUSTRY ORIENTED MINI PROJECT (2026-2027), DEPARTMENT OF CSE - Anurag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